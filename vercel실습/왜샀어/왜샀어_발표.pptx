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8202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hero-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37360"/>
            <a:ext cx="5696712" cy="31821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868680"/>
            <a:ext cx="960120" cy="960120"/>
          </a:xfrm>
          <a:prstGeom prst="ellipse">
            <a:avLst/>
          </a:prstGeom>
          <a:solidFill>
            <a:srgbClr val="1C376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7" y="1003097"/>
            <a:ext cx="691286" cy="69128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2103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왜샀어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82296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WhyBuy — 근거 없는 매매를 줄이는 모의투자 서비스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진준형  ·  미니프로젝트3  ·  2026.08.10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숫자는 있는데, 의미를 모릅니다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9377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모의투자 계좌 화면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12.3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</a:t>
            </a: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</a:t>
            </a: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건가요, </a:t>
            </a:r>
            <a:r>
              <a:rPr lang="ko-KR" alt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나쁜</a:t>
            </a: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건가요?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794760"/>
            <a:ext cx="4114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평가손익  −32,000원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팔아야 하나요, 기다려야 하나요?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103120"/>
            <a:ext cx="822960" cy="822960"/>
          </a:xfrm>
          <a:prstGeom prst="ellipse">
            <a:avLst/>
          </a:prstGeom>
          <a:solidFill>
            <a:srgbClr val="132A4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254" y="2218334"/>
            <a:ext cx="592531" cy="59253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086600" y="221284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그래서, 뭘 어떻게 해야 하죠?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035040" y="3337560"/>
            <a:ext cx="5532120" cy="1874520"/>
          </a:xfrm>
          <a:prstGeom prst="roundRect">
            <a:avLst>
              <a:gd name="adj" fmla="val 5854"/>
            </a:avLst>
          </a:prstGeom>
          <a:solidFill>
            <a:srgbClr val="FCEFD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30936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09360" y="38404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판단을 미루거나, 아무 근거 없이</a:t>
            </a:r>
            <a:endParaRPr lang="en-US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감으로 매매합니다.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설정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목표를 '수익'으로 잡지 않았습니다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631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039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통제 불가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244144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시장이 하락하면 시스템이 완벽해도 실패합니다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35040" y="187452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631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3720" y="20391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 불가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903720" y="244144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'안정적'은 최소 수개월의 데이터가 필요합니다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33756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261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502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층위 불일치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08760" y="390448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문제는 '이해'인데 목표는 '성과'입니다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035040" y="3337560"/>
            <a:ext cx="5166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7261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3502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 왜곡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903720" y="390448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수익을 걸면 서비스가 종목 추천기가 됩니다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470916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132A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5"/>
          <p:cNvSpPr/>
          <p:nvPr/>
        </p:nvSpPr>
        <p:spPr>
          <a:xfrm>
            <a:off x="868680" y="4937760"/>
            <a:ext cx="777240" cy="777240"/>
          </a:xfrm>
          <a:prstGeom prst="ellipse">
            <a:avLst/>
          </a:prstGeom>
          <a:solidFill>
            <a:srgbClr val="1C376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5046574"/>
            <a:ext cx="559613" cy="55961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874520" y="4892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확정한 목표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874520" y="5193792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매매 1건마다, 판단 근거를 스스로 설명할 수 있다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hero-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65760"/>
            <a:ext cx="2194560" cy="11978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85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라이브 데모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1865376" y="3017520"/>
            <a:ext cx="914400" cy="914400"/>
          </a:xfrm>
          <a:prstGeom prst="ellipse">
            <a:avLst/>
          </a:prstGeom>
          <a:solidFill>
            <a:srgbClr val="1C376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3392" y="3145536"/>
            <a:ext cx="658368" cy="6583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88136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계좌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088136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 예산 · 보유 종목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3374136" y="309067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4379976" y="3017520"/>
            <a:ext cx="914400" cy="914400"/>
          </a:xfrm>
          <a:prstGeom prst="ellipse">
            <a:avLst/>
          </a:prstGeom>
          <a:solidFill>
            <a:srgbClr val="1C376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3145536"/>
            <a:ext cx="658368" cy="6583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02736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종목 찾아보기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602736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시세 해석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888736" y="309067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0"/>
          <p:cNvSpPr/>
          <p:nvPr/>
        </p:nvSpPr>
        <p:spPr>
          <a:xfrm>
            <a:off x="6894576" y="3017520"/>
            <a:ext cx="914400" cy="914400"/>
          </a:xfrm>
          <a:prstGeom prst="ellipse">
            <a:avLst/>
          </a:prstGeom>
          <a:solidFill>
            <a:srgbClr val="1C376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3145536"/>
            <a:ext cx="658368" cy="6583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17336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매수 주문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117336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근거를 고른 뒤 접수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8403336" y="3090672"/>
            <a:ext cx="411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0" name="Shape 14"/>
          <p:cNvSpPr/>
          <p:nvPr/>
        </p:nvSpPr>
        <p:spPr>
          <a:xfrm>
            <a:off x="9409176" y="3017520"/>
            <a:ext cx="914400" cy="914400"/>
          </a:xfrm>
          <a:prstGeom prst="ellipse">
            <a:avLst/>
          </a:prstGeom>
          <a:solidFill>
            <a:srgbClr val="1C376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37192" y="3145536"/>
            <a:ext cx="658368" cy="6583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31936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지난 근거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8631936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그때 vs 지금 비교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근거를 고르지 않으면 주문 버튼이 눌리지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트러블슈팅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가장 오래 막혔던 문제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488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문제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한국투자증권 API는 앱키당 초당 1건까지만 호출을 허용합니다 (EGW00201)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매수 직후 조회, 인기 종목 목록, 분봉 차트… 기능마다 따로 부딪혔습니다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55080" y="1874520"/>
            <a:ext cx="51663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1488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0" y="2194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F9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해결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629400" y="283464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KIS 호출이 거치는 지점 하나에 큐를 뒀습니다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호출로부터 최소 1.1초를 기다린 뒤에만 다음 요청을 보냅니다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4008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KIS 호출 → 하나의 큐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3492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32A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640080" y="5349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1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057400" y="5056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1.1초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057400" y="5349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2880360" y="53492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32A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2880360" y="5349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2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297680" y="5056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1.1초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297680" y="5349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120640" y="53492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32A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5120640" y="5349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3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537960" y="5056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1.1초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537960" y="5349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7360920" y="5349240"/>
            <a:ext cx="1417320" cy="640080"/>
          </a:xfrm>
          <a:prstGeom prst="roundRect">
            <a:avLst>
              <a:gd name="adj" fmla="val 11429"/>
            </a:avLst>
          </a:prstGeom>
          <a:solidFill>
            <a:srgbClr val="132A4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/>
          <p:cNvSpPr/>
          <p:nvPr/>
        </p:nvSpPr>
        <p:spPr>
          <a:xfrm>
            <a:off x="7360920" y="53492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4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강점이자 한계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즉시성이 곧 확장의 벽입니다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663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594360" cy="594360"/>
          </a:xfrm>
          <a:prstGeom prst="ellipse">
            <a:avLst/>
          </a:prstGeom>
          <a:solidFill>
            <a:srgbClr val="132A4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" y="22320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2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강점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계좌 개설 없이, 구글 로그인만으로 진짜 증권사 API 기반 모의투자를 즉시 시작할 수 있습니다.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914400" y="4160520"/>
            <a:ext cx="4617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70832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4389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9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확인함: KIS 실주문 접수 · 체결 조회 정상 동작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355080" y="1874520"/>
            <a:ext cx="51663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6629400" y="2148840"/>
            <a:ext cx="594360" cy="59436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2610" y="2232050"/>
            <a:ext cx="427939" cy="42793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40664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B23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한계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6629400" y="292608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모의계좌 1개를 여러 사용자가 공유합니다. 자본시장법상 무인가 투자중개업 리스크가 있는지 직접 조사해 확인했습니다.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629400" y="4160520"/>
            <a:ext cx="4617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4370832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13448" y="43891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못함: 로그인 매도 실사용 시연, 전종목 전수 검증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132A4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4406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08760" y="525780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지금은 학습 · 포트폴리오 목적의 기간제 데모로 운영합니다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감에서 근거로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판단 근거를 남기는 습관이, 그 첫걸음이라고 생각합니다</a:t>
            </a:r>
            <a:endParaRPr lang="en-US" sz="1800" dirty="0"/>
          </a:p>
        </p:txBody>
      </p:sp>
      <p:pic>
        <p:nvPicPr>
          <p:cNvPr id="4" name="Image 0" descr="images/hero-clo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076" y="2331720"/>
            <a:ext cx="6400800" cy="2715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613916" y="5349240"/>
            <a:ext cx="4572000" cy="502920"/>
          </a:xfrm>
          <a:prstGeom prst="roundRect">
            <a:avLst>
              <a:gd name="adj" fmla="val 58182"/>
            </a:avLst>
          </a:prstGeom>
          <a:solidFill>
            <a:srgbClr val="1C376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516" y="5495544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299716" y="5349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whybuy-gray.vercel.app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551676" y="5349240"/>
            <a:ext cx="4023360" cy="502920"/>
          </a:xfrm>
          <a:prstGeom prst="roundRect">
            <a:avLst>
              <a:gd name="adj" fmla="val 58182"/>
            </a:avLst>
          </a:prstGeom>
          <a:solidFill>
            <a:srgbClr val="1C376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276" y="5495544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37476" y="5349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jjh7757/whybuy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329</Words>
  <Application>Microsoft Office PowerPoint</Application>
  <PresentationFormat>와이드스크린</PresentationFormat>
  <Paragraphs>80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juneheong76@gmail.com</cp:lastModifiedBy>
  <cp:revision>2</cp:revision>
  <dcterms:created xsi:type="dcterms:W3CDTF">2026-08-10T01:51:46Z</dcterms:created>
  <dcterms:modified xsi:type="dcterms:W3CDTF">2026-08-10T02:18:51Z</dcterms:modified>
</cp:coreProperties>
</file>